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Satellite Data Market (USD Billion)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2022</c:v>
                </c:pt>
                <c:pt idx="2">
                  <c:v>2025</c:v>
                </c:pt>
                <c:pt idx="3">
                  <c:v>2030</c:v>
                </c:pt>
                <c:pt idx="4">
                  <c:v>2034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3.5</c:v>
                </c:pt>
                <c:pt idx="2">
                  <c:v>5.72</c:v>
                </c:pt>
                <c:pt idx="3">
                  <c:v>10.2</c:v>
                </c:pt>
                <c:pt idx="4">
                  <c:v>14.75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Crop Productivity Index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Pre-Intervention</c:v>
                </c:pt>
                <c:pt idx="1">
                  <c:v>Post-Intervention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175.4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Groundwater Level (m) x10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Pre-Intervention</c:v>
                </c:pt>
                <c:pt idx="1">
                  <c:v>Post-Intervention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</c:v>
                </c:pt>
                <c:pt idx="1">
                  <c:v>51.7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</a:defRPr>
            </a:pPr>
            <a:r>
              <a:t>PIXEL-Srishti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EA5E9"/>
                </a:solidFill>
              </a:defRPr>
            </a:pPr>
            <a:r>
              <a:t>Agentic Geospatial AI for Watershed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Team: JALDI THE LATE | SIH 2026 Review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The Escalating Geospatial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Despite massive growth in satellite imagery, ground-level watershed development is stalled by slow manual GIS processing.</a:t>
            </a:r>
          </a:p>
          <a:p>
            <a:br/>
            <a:pPr>
              <a:defRPr sz="1800">
                <a:solidFill>
                  <a:srgbClr val="0F172A"/>
                </a:solidFill>
              </a:defRPr>
            </a:pPr>
            <a:r>
              <a:t>- Massive Data Sprawl: The Satellite Data Market is doubling, reaching $14.75B by 2034.</a:t>
            </a:r>
          </a:p>
          <a:p>
            <a:br/>
            <a:pPr>
              <a:defRPr sz="1800"/>
            </a:pPr>
            <a:r>
              <a:t>- The Skill Gap: District officers lack the advanced QGIS/ArcGIS training required to fuse Optical + SAR datasets.</a:t>
            </a:r>
          </a:p>
          <a:p>
            <a:br/>
            <a:pPr>
              <a:defRPr sz="1800"/>
            </a:pPr>
            <a:r>
              <a:t>- Operational Latency: Identifying crop health or water body changes manually takes 8-40 hours per district. We need instant answers.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System Architecture: Agentic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1828800" cy="914400"/>
          </a:xfrm>
          <a:prstGeom prst="roundRect">
            <a:avLst/>
          </a:prstGeom>
          <a:solidFill>
            <a:srgbClr val="475569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Field Admin</a:t>
            </a:r>
            <a:br/>
            <a:r>
              <a:t>(Natural Language)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26080" y="3474720"/>
            <a:ext cx="54864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743200"/>
            <a:ext cx="2286000" cy="1828800"/>
          </a:xfrm>
          <a:prstGeom prst="roundRect">
            <a:avLst/>
          </a:prstGeom>
          <a:solidFill>
            <a:srgbClr val="2563E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Agentic Orchestrator</a:t>
            </a:r>
            <a:br/>
            <a:r>
              <a:t>(LangGraph LLM)</a:t>
            </a:r>
            <a:br/>
            <a:br/>
            <a:r>
              <a:t>Intent Parsing &amp;</a:t>
            </a:r>
            <a:br/>
            <a:r>
              <a:t>Tool Selection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126480" y="2011680"/>
            <a:ext cx="54864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6126480" y="3474720"/>
            <a:ext cx="54864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6126480" y="4937760"/>
            <a:ext cx="548640" cy="27432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645920"/>
            <a:ext cx="2286000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Optical-SAR Fusion</a:t>
            </a:r>
            <a:br/>
            <a:r>
              <a:t>(Change Detection)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108960"/>
            <a:ext cx="2286000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Thematic Segmentation</a:t>
            </a:r>
            <a:br/>
            <a:r>
              <a:t>(U-Net)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572000"/>
            <a:ext cx="2286000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VQA / Captioning</a:t>
            </a:r>
            <a:br/>
            <a:r>
              <a:t>(LLaVA)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26880" y="3474720"/>
            <a:ext cx="548640" cy="36576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0" y="2743200"/>
            <a:ext cx="182880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React GUI</a:t>
            </a:r>
            <a:br/>
            <a:r>
              <a:t>(Interactive Map</a:t>
            </a:r>
            <a:br/>
            <a:r>
              <a:t>&amp; GeoJSON Masks)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Real-World Impact of Watershed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By automating GIS workflows, PIXEL-Srishti directly enables rapid watershed intervention, leading to measurable rural impact.</a:t>
            </a:r>
          </a:p>
          <a:p>
            <a:br/>
            <a:pPr>
              <a:defRPr sz="1800">
                <a:solidFill>
                  <a:srgbClr val="0F172A"/>
                </a:solidFill>
              </a:defRPr>
            </a:pPr>
            <a:r>
              <a:t>- 75% Increase in Crop Productivity: Rapid detection of soil moisture and drainage allows optimized interventions (Source: Kadwanchi Study).</a:t>
            </a:r>
          </a:p>
          <a:p>
            <a:br/>
            <a:pPr>
              <a:defRPr sz="1800"/>
            </a:pPr>
            <a:r>
              <a:t>- Reduced Migration: Effective watershed tracking reduces seasonal drought migration by 20-50%.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0" y="137160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