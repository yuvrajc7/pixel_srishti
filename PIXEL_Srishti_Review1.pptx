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003366"/>
                </a:solidFill>
              </a:defRPr>
            </a:pPr>
            <a:r>
              <a:t>PIXEL-Srishti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Agentic Geospatial Assistant for Watershed Monitoring</a:t>
            </a:r>
          </a:p>
          <a:p/>
          <a:p>
            <a:r>
              <a:t>Team: JALDI THE LATE</a:t>
            </a:r>
          </a:p>
          <a:p>
            <a:r>
              <a:t>Smart India Hackathon 2026 - Review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The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Vast amounts of satellite data remain underutilized at the ground level:</a:t>
            </a:r>
          </a:p>
          <a:p>
            <a:pPr lvl="1"/>
            <a:r>
              <a:t>Data Silos: Optical, SAR, and multispectral data are processed separately.</a:t>
            </a:r>
          </a:p>
          <a:p>
            <a:pPr lvl="1"/>
            <a:r>
              <a:t>High Barrier to Entry: Processing raw GeoTIFFs requires complex GIS software (QGIS/ArcGIS) and specialized training.</a:t>
            </a:r>
          </a:p>
          <a:p>
            <a:pPr lvl="1"/>
            <a:r>
              <a:t>Slow Decision Making: Field administrators cannot instantly query data to track water body changes or vegetation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Our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single, intelligent conversational interface that democratizes GIS:</a:t>
            </a:r>
          </a:p>
          <a:p>
            <a:pPr lvl="1"/>
            <a:r>
              <a:t>Natural Language Interface: Administrators simply ask questions in plain English (e.g., "Show me the drainage lines here").</a:t>
            </a:r>
          </a:p>
          <a:p>
            <a:pPr lvl="1"/>
            <a:r>
              <a:t>Agentic Orchestration: The AI automatically selects the correct specialist model (Change Detection, Segmentation) to answer the query.</a:t>
            </a:r>
          </a:p>
          <a:p>
            <a:pPr lvl="1"/>
            <a:r>
              <a:t>Visual &amp; Textual Output: Returns precise thematic map overlays (GeoJSON masks) directly onto an interactive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System Architecture (Block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PIXEL-Srishti processes a field query:</a:t>
            </a:r>
          </a:p>
          <a:p>
            <a:pPr lvl="1"/>
            <a:r>
              <a:t>1. Data Ingestion Layer: Validates and pre-processes SRISHTI-DRISHTI tiles.</a:t>
            </a:r>
          </a:p>
          <a:p>
            <a:pPr lvl="1"/>
            <a:r>
              <a:t>2. Agentic Controller: Parses the natural language question using an LLM.</a:t>
            </a:r>
          </a:p>
          <a:p>
            <a:pPr lvl="1"/>
            <a:r>
              <a:t>3. Specialist Model Registry: Invokes the required ML pipeline (Optical-SAR Fusion, Siamese Change-Detection, Grounding).</a:t>
            </a:r>
          </a:p>
          <a:p>
            <a:pPr lvl="1"/>
            <a:r>
              <a:t>4. Presentation Layer: Pushes actionable geo-coordinates and masks to the Web GUI.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for performance and scalability:</a:t>
            </a:r>
          </a:p>
          <a:p>
            <a:pPr lvl="1"/>
            <a:r>
              <a:t>Frontend: React.js, React-Leaflet (Interactive Mapping), Tailwind CSS</a:t>
            </a:r>
          </a:p>
          <a:p>
            <a:pPr lvl="1"/>
            <a:r>
              <a:t>Backend &amp; Orchestration: FastAPI (Python), LangGraph/LangChain</a:t>
            </a:r>
          </a:p>
          <a:p>
            <a:pPr lvl="1"/>
            <a:r>
              <a:t>Geospatial Data Processing: Rasterio, GeoPandas, GDAL</a:t>
            </a:r>
          </a:p>
          <a:p>
            <a:pPr lvl="1"/>
            <a:r>
              <a:t>AI/ML Backbones: Grounding DINO, LLaVA-architecture vision models, Siamese U-Net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Impact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this solution transforms watershed development:</a:t>
            </a:r>
          </a:p>
          <a:p>
            <a:pPr lvl="1"/>
            <a:r>
              <a:t>Replaces weeks of manual GIS processing with instant, automated insights.</a:t>
            </a:r>
          </a:p>
          <a:p>
            <a:pPr lvl="1"/>
            <a:r>
              <a:t>Eliminates the GIS training bottleneck for local administrators.</a:t>
            </a:r>
          </a:p>
          <a:p>
            <a:pPr lvl="1"/>
            <a:r>
              <a:t>Highly Scalable: The agentic framework can be easily expanded for crop-yield estimation, flood mapping, and urban sprawl.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